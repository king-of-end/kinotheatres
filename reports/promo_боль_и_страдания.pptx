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D700"/>
                </a:solidFill>
              </a:defRPr>
            </a:pPr>
            <a:r>
              <a:t>БОЛЬ И СТРАДАНИЯ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Смотрите в наших кинотеатрах!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Сеансы фильма 'боль и страдания' не найдены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