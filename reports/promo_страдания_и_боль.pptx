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9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D700"/>
                </a:solidFill>
              </a:defRPr>
            </a:pPr>
            <a:r>
              <a:t>СТРАДАНИЯ И БОЛЬ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Смотрите в наших кинотеатрах!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5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🎬 тест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📅 06.06.2026 в 06:06 | Зал 1 | 90 мин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